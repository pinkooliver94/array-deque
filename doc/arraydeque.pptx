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802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621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649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378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475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819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367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2183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239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54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5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5269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033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2979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644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975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B0DB5-D797-4282-B608-3C30D79BDA58}" type="datetimeFigureOut">
              <a:rPr lang="hu-HU" smtClean="0"/>
              <a:t>2026. 05. 09.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38F9714-3B17-46B4-BD02-BC636D83A9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248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138719-9181-220F-CC7C-BA28CC56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Deque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2648E7-B103-3A90-FB00-081D3790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Ez egy interfész a Java </a:t>
            </a:r>
            <a:r>
              <a:rPr lang="hu-HU" dirty="0" err="1"/>
              <a:t>Collections</a:t>
            </a:r>
            <a:r>
              <a:rPr lang="hu-HU" dirty="0"/>
              <a:t> Framework-ben</a:t>
            </a:r>
          </a:p>
          <a:p>
            <a:r>
              <a:rPr lang="hu-HU" dirty="0" err="1"/>
              <a:t>Double</a:t>
            </a:r>
            <a:r>
              <a:rPr lang="hu-HU" dirty="0"/>
              <a:t> Ended </a:t>
            </a:r>
            <a:r>
              <a:rPr lang="hu-HU" dirty="0" err="1"/>
              <a:t>queue</a:t>
            </a:r>
            <a:r>
              <a:rPr lang="hu-HU" dirty="0"/>
              <a:t>(két végű sor) a jelentése</a:t>
            </a:r>
          </a:p>
          <a:p>
            <a:r>
              <a:rPr lang="hu-HU" dirty="0"/>
              <a:t>Használható </a:t>
            </a:r>
            <a:r>
              <a:rPr lang="hu-HU" dirty="0" err="1"/>
              <a:t>stack</a:t>
            </a:r>
            <a:r>
              <a:rPr lang="hu-HU" dirty="0"/>
              <a:t>-ként(LIFO), és </a:t>
            </a:r>
            <a:r>
              <a:rPr lang="hu-HU" dirty="0" err="1"/>
              <a:t>queue</a:t>
            </a:r>
            <a:r>
              <a:rPr lang="hu-HU" dirty="0"/>
              <a:t>-ként is(FIFO)</a:t>
            </a:r>
          </a:p>
          <a:p>
            <a:r>
              <a:rPr lang="hu-HU" dirty="0"/>
              <a:t>Nem </a:t>
            </a:r>
            <a:r>
              <a:rPr lang="hu-HU" dirty="0" err="1"/>
              <a:t>példányosítható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4474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25937D-39B6-D3EB-5284-8E253C5B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ArrayDeque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31C2361-D4DA-A015-0883-E0441A5C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Ez egy konkrét osztály, amely megvalósítja, implementálja a </a:t>
            </a:r>
            <a:r>
              <a:rPr lang="hu-HU" dirty="0" err="1"/>
              <a:t>Deque</a:t>
            </a:r>
            <a:r>
              <a:rPr lang="hu-HU" dirty="0"/>
              <a:t> interfészt</a:t>
            </a:r>
          </a:p>
          <a:p>
            <a:r>
              <a:rPr lang="hu-HU" dirty="0"/>
              <a:t>Tömb(</a:t>
            </a:r>
            <a:r>
              <a:rPr lang="hu-HU" dirty="0" err="1"/>
              <a:t>array</a:t>
            </a:r>
            <a:r>
              <a:rPr lang="hu-HU" dirty="0"/>
              <a:t>) alapú</a:t>
            </a:r>
          </a:p>
          <a:p>
            <a:r>
              <a:rPr lang="hu-HU" dirty="0"/>
              <a:t>Gyorsabb mint a </a:t>
            </a:r>
            <a:r>
              <a:rPr lang="hu-HU" dirty="0" err="1"/>
              <a:t>Stack</a:t>
            </a:r>
            <a:r>
              <a:rPr lang="hu-HU" dirty="0"/>
              <a:t>, és </a:t>
            </a:r>
            <a:r>
              <a:rPr lang="hu-HU" dirty="0" err="1"/>
              <a:t>LinkedList</a:t>
            </a:r>
            <a:endParaRPr lang="hu-HU" dirty="0"/>
          </a:p>
          <a:p>
            <a:r>
              <a:rPr lang="hu-HU" dirty="0"/>
              <a:t>Nem enged null elemeket</a:t>
            </a:r>
          </a:p>
          <a:p>
            <a:r>
              <a:rPr lang="hu-HU" dirty="0"/>
              <a:t>Gyakorlatilag egy méretezhető tömb, aminek az elejéről, és a végéről is tudunk hatékonyan elemeket eltávolítani, vagy hozzáadni </a:t>
            </a:r>
          </a:p>
          <a:p>
            <a:r>
              <a:rPr lang="hu-HU" dirty="0"/>
              <a:t>Nem szálbiztos</a:t>
            </a:r>
          </a:p>
        </p:txBody>
      </p:sp>
    </p:spTree>
    <p:extLst>
      <p:ext uri="{BB962C8B-B14F-4D97-AF65-F5344CB8AC3E}">
        <p14:creationId xmlns:p14="http://schemas.microsoft.com/office/powerpoint/2010/main" val="1471088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336C12FA-4CDA-2345-871B-28120DD36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65" y="500742"/>
            <a:ext cx="7866818" cy="52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9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F6EFB7-7254-5A77-50FB-13DFFBCE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Főbb metódusai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6271BFA-B35C-803E-85B0-D0CF4BAB9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3278"/>
            <a:ext cx="8658497" cy="22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2C1631-BEF3-8E7F-B533-4E8C2455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Throws</a:t>
            </a:r>
            <a:r>
              <a:rPr lang="hu-HU" dirty="0"/>
              <a:t> </a:t>
            </a:r>
            <a:r>
              <a:rPr lang="hu-HU" dirty="0" err="1"/>
              <a:t>exception</a:t>
            </a:r>
            <a:r>
              <a:rPr lang="hu-HU" dirty="0"/>
              <a:t> / </a:t>
            </a:r>
            <a:r>
              <a:rPr lang="hu-HU" dirty="0" err="1"/>
              <a:t>special</a:t>
            </a:r>
            <a:r>
              <a:rPr lang="hu-HU" dirty="0"/>
              <a:t> </a:t>
            </a:r>
            <a:r>
              <a:rPr lang="hu-HU" dirty="0" err="1"/>
              <a:t>value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169285-EF1D-764F-DA5A-D5907A034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40211"/>
          </a:xfrm>
        </p:spPr>
        <p:txBody>
          <a:bodyPr>
            <a:normAutofit/>
          </a:bodyPr>
          <a:lstStyle/>
          <a:p>
            <a:endParaRPr lang="hu-HU" dirty="0"/>
          </a:p>
          <a:p>
            <a:r>
              <a:rPr lang="hu-HU" dirty="0" err="1"/>
              <a:t>Throws</a:t>
            </a:r>
            <a:r>
              <a:rPr lang="hu-HU" dirty="0"/>
              <a:t> </a:t>
            </a:r>
            <a:r>
              <a:rPr lang="hu-HU" dirty="0" err="1"/>
              <a:t>exception</a:t>
            </a:r>
            <a:r>
              <a:rPr lang="hu-HU" dirty="0"/>
              <a:t> (</a:t>
            </a:r>
            <a:r>
              <a:rPr lang="hu-HU" dirty="0" err="1"/>
              <a:t>addFirst</a:t>
            </a:r>
            <a:r>
              <a:rPr lang="hu-HU" dirty="0"/>
              <a:t>, </a:t>
            </a:r>
            <a:r>
              <a:rPr lang="hu-HU" dirty="0" err="1"/>
              <a:t>removeFirst</a:t>
            </a:r>
            <a:r>
              <a:rPr lang="hu-HU" dirty="0"/>
              <a:t>, </a:t>
            </a:r>
            <a:r>
              <a:rPr lang="hu-HU" dirty="0" err="1"/>
              <a:t>getFirst</a:t>
            </a:r>
            <a:r>
              <a:rPr lang="hu-HU" dirty="0"/>
              <a:t>): ha nem sikerül (pl. üres </a:t>
            </a:r>
            <a:r>
              <a:rPr lang="hu-HU" dirty="0" err="1"/>
              <a:t>deque-ből</a:t>
            </a:r>
            <a:r>
              <a:rPr lang="hu-HU" dirty="0"/>
              <a:t> törlés), kivételt dob (</a:t>
            </a:r>
            <a:r>
              <a:rPr lang="hu-HU" dirty="0" err="1"/>
              <a:t>NoSuchElementException</a:t>
            </a:r>
            <a:r>
              <a:rPr lang="hu-HU" dirty="0"/>
              <a:t>). </a:t>
            </a:r>
          </a:p>
          <a:p>
            <a:endParaRPr lang="hu-HU" dirty="0"/>
          </a:p>
          <a:p>
            <a:r>
              <a:rPr lang="hu-HU" dirty="0" err="1"/>
              <a:t>Special</a:t>
            </a:r>
            <a:r>
              <a:rPr lang="hu-HU" dirty="0"/>
              <a:t> </a:t>
            </a:r>
            <a:r>
              <a:rPr lang="hu-HU" dirty="0" err="1"/>
              <a:t>value</a:t>
            </a:r>
            <a:r>
              <a:rPr lang="hu-HU" dirty="0"/>
              <a:t> (</a:t>
            </a:r>
            <a:r>
              <a:rPr lang="hu-HU" dirty="0" err="1"/>
              <a:t>offerFirst</a:t>
            </a:r>
            <a:r>
              <a:rPr lang="hu-HU" dirty="0"/>
              <a:t>, </a:t>
            </a:r>
            <a:r>
              <a:rPr lang="hu-HU" dirty="0" err="1"/>
              <a:t>pollFirst</a:t>
            </a:r>
            <a:r>
              <a:rPr lang="hu-HU" dirty="0"/>
              <a:t>, </a:t>
            </a:r>
            <a:r>
              <a:rPr lang="hu-HU" dirty="0" err="1"/>
              <a:t>peekFirst</a:t>
            </a:r>
            <a:r>
              <a:rPr lang="hu-HU" dirty="0"/>
              <a:t>): ha nem sikerül, null-t vagy </a:t>
            </a:r>
            <a:r>
              <a:rPr lang="hu-HU" dirty="0" err="1"/>
              <a:t>false</a:t>
            </a:r>
            <a:r>
              <a:rPr lang="hu-HU" dirty="0"/>
              <a:t>-t ad vissza, nem dob kivételt.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0576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2C1631-BEF3-8E7F-B533-4E8C2455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Főbb metódusai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169285-EF1D-764F-DA5A-D5907A034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40211"/>
          </a:xfrm>
        </p:spPr>
        <p:txBody>
          <a:bodyPr>
            <a:normAutofit fontScale="85000" lnSpcReduction="20000"/>
          </a:bodyPr>
          <a:lstStyle/>
          <a:p>
            <a:r>
              <a:rPr lang="hu-HU" dirty="0" err="1"/>
              <a:t>Throws</a:t>
            </a:r>
            <a:r>
              <a:rPr lang="hu-HU" dirty="0"/>
              <a:t> </a:t>
            </a:r>
            <a:r>
              <a:rPr lang="hu-HU" dirty="0" err="1"/>
              <a:t>exception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 err="1"/>
              <a:t>addFirst</a:t>
            </a:r>
            <a:r>
              <a:rPr lang="hu-HU" dirty="0"/>
              <a:t>() – hozzá ad az elejéhez egy elemet(fontos, hogy dinamikus az alap implementáció, csak a memória szab határt a </a:t>
            </a:r>
            <a:r>
              <a:rPr lang="hu-HU" dirty="0" err="1"/>
              <a:t>exceptionig</a:t>
            </a:r>
            <a:r>
              <a:rPr lang="hu-HU" dirty="0"/>
              <a:t>, kivéve ha magunk implementáltunk egy maximum méretű verziót)</a:t>
            </a:r>
            <a:br>
              <a:rPr lang="hu-HU" dirty="0"/>
            </a:br>
            <a:r>
              <a:rPr lang="hu-HU" dirty="0" err="1"/>
              <a:t>addLast</a:t>
            </a:r>
            <a:r>
              <a:rPr lang="hu-HU" dirty="0"/>
              <a:t>() – hozzá ad a végéhez egy elemet</a:t>
            </a:r>
            <a:br>
              <a:rPr lang="hu-HU" dirty="0"/>
            </a:br>
            <a:r>
              <a:rPr lang="hu-HU" dirty="0" err="1"/>
              <a:t>removeFirst</a:t>
            </a:r>
            <a:r>
              <a:rPr lang="hu-HU" dirty="0"/>
              <a:t>() – eltávolítja a tetején lévő elemet</a:t>
            </a:r>
            <a:br>
              <a:rPr lang="hu-HU" dirty="0"/>
            </a:br>
            <a:r>
              <a:rPr lang="hu-HU" dirty="0" err="1"/>
              <a:t>removeLast</a:t>
            </a:r>
            <a:r>
              <a:rPr lang="hu-HU" dirty="0"/>
              <a:t>() – eltávolítja az alján lévő elemet</a:t>
            </a:r>
            <a:br>
              <a:rPr lang="hu-HU" dirty="0"/>
            </a:br>
            <a:r>
              <a:rPr lang="hu-HU" dirty="0" err="1"/>
              <a:t>getFirst</a:t>
            </a:r>
            <a:r>
              <a:rPr lang="hu-HU" dirty="0"/>
              <a:t>() – kiolvassa az első elemet</a:t>
            </a:r>
            <a:br>
              <a:rPr lang="hu-HU" dirty="0"/>
            </a:br>
            <a:r>
              <a:rPr lang="hu-HU" dirty="0" err="1"/>
              <a:t>getLast</a:t>
            </a:r>
            <a:r>
              <a:rPr lang="hu-HU" dirty="0"/>
              <a:t>() – kiolvassa az alján lévő elemet</a:t>
            </a:r>
          </a:p>
          <a:p>
            <a:r>
              <a:rPr lang="hu-HU" dirty="0"/>
              <a:t>Speciális visszatérési érték – ezek nem dobnak </a:t>
            </a:r>
            <a:r>
              <a:rPr lang="hu-HU" dirty="0" err="1"/>
              <a:t>exceptiont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 err="1"/>
              <a:t>offerFirst</a:t>
            </a:r>
            <a:r>
              <a:rPr lang="hu-HU" dirty="0"/>
              <a:t>() – megpróbál hozzáadni az elejéhez egy elemet</a:t>
            </a:r>
            <a:br>
              <a:rPr lang="hu-HU" dirty="0"/>
            </a:br>
            <a:r>
              <a:rPr lang="hu-HU" dirty="0" err="1"/>
              <a:t>offerLast</a:t>
            </a:r>
            <a:r>
              <a:rPr lang="hu-HU" dirty="0"/>
              <a:t>() – megpróbál a végéhez hozzáadni egy elemet</a:t>
            </a:r>
            <a:br>
              <a:rPr lang="hu-HU" dirty="0"/>
            </a:br>
            <a:r>
              <a:rPr lang="hu-HU" dirty="0" err="1"/>
              <a:t>pollFirst</a:t>
            </a:r>
            <a:r>
              <a:rPr lang="hu-HU" dirty="0"/>
              <a:t>() – megpróbálja eltávolítani az elején lévő elemet</a:t>
            </a:r>
            <a:br>
              <a:rPr lang="hu-HU" dirty="0"/>
            </a:br>
            <a:r>
              <a:rPr lang="hu-HU" dirty="0" err="1"/>
              <a:t>pollLast</a:t>
            </a:r>
            <a:r>
              <a:rPr lang="hu-HU" dirty="0"/>
              <a:t>() – megpróbálja eltávolítani az alján lévő elemet</a:t>
            </a:r>
            <a:br>
              <a:rPr lang="hu-HU" dirty="0"/>
            </a:br>
            <a:r>
              <a:rPr lang="hu-HU" dirty="0" err="1"/>
              <a:t>peekFirst</a:t>
            </a:r>
            <a:r>
              <a:rPr lang="hu-HU" dirty="0"/>
              <a:t>() – megpróbálja kiolvasni az első elemet</a:t>
            </a:r>
            <a:br>
              <a:rPr lang="hu-HU" dirty="0"/>
            </a:br>
            <a:r>
              <a:rPr lang="hu-HU" dirty="0" err="1"/>
              <a:t>peekLast</a:t>
            </a:r>
            <a:r>
              <a:rPr lang="hu-HU" dirty="0"/>
              <a:t>() – megpróbálja kiolvasni az alján lévő elemet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remove</a:t>
            </a:r>
            <a:r>
              <a:rPr lang="hu-HU" dirty="0"/>
              <a:t>/</a:t>
            </a:r>
            <a:r>
              <a:rPr lang="hu-HU" dirty="0" err="1"/>
              <a:t>poll</a:t>
            </a:r>
            <a:r>
              <a:rPr lang="hu-HU" dirty="0"/>
              <a:t> – </a:t>
            </a:r>
            <a:r>
              <a:rPr lang="hu-HU" dirty="0" err="1"/>
              <a:t>get</a:t>
            </a:r>
            <a:r>
              <a:rPr lang="hu-HU" dirty="0"/>
              <a:t>/</a:t>
            </a:r>
            <a:r>
              <a:rPr lang="hu-HU" dirty="0" err="1"/>
              <a:t>peek</a:t>
            </a:r>
            <a:r>
              <a:rPr lang="hu-HU" dirty="0"/>
              <a:t> között az a különbség, hogy az előbbi eltávolítja az elemet,</a:t>
            </a:r>
            <a:br>
              <a:rPr lang="hu-HU" dirty="0"/>
            </a:br>
            <a:r>
              <a:rPr lang="hu-HU" dirty="0"/>
              <a:t>az utóbbi csak megnézi, vissza adja az adott elemet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736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2C1631-BEF3-8E7F-B533-4E8C2455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ArrayDeque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LinkedList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169285-EF1D-764F-DA5A-D5907A034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40211"/>
          </a:xfrm>
        </p:spPr>
        <p:txBody>
          <a:bodyPr>
            <a:normAutofit/>
          </a:bodyPr>
          <a:lstStyle/>
          <a:p>
            <a:r>
              <a:rPr lang="hu-HU" dirty="0"/>
              <a:t>Az </a:t>
            </a:r>
            <a:r>
              <a:rPr lang="hu-HU" dirty="0" err="1"/>
              <a:t>ArrayDeque</a:t>
            </a:r>
            <a:r>
              <a:rPr lang="hu-HU" dirty="0"/>
              <a:t> belül egy körkörös (</a:t>
            </a:r>
            <a:r>
              <a:rPr lang="hu-HU" dirty="0" err="1"/>
              <a:t>circular</a:t>
            </a:r>
            <a:r>
              <a:rPr lang="hu-HU" dirty="0"/>
              <a:t>) tömböt használ. Két pointer (</a:t>
            </a:r>
            <a:r>
              <a:rPr lang="hu-HU" dirty="0" err="1"/>
              <a:t>head</a:t>
            </a:r>
            <a:r>
              <a:rPr lang="hu-HU" dirty="0"/>
              <a:t> és </a:t>
            </a:r>
            <a:r>
              <a:rPr lang="hu-HU" dirty="0" err="1"/>
              <a:t>tail</a:t>
            </a:r>
            <a:r>
              <a:rPr lang="hu-HU" dirty="0"/>
              <a:t>) mutatja, hol van az eleje és a vége. Ha valamelyik pointer eléri a tömb végét, visszaugrik az elejére (</a:t>
            </a:r>
            <a:r>
              <a:rPr lang="hu-HU" dirty="0" err="1"/>
              <a:t>modulo</a:t>
            </a:r>
            <a:r>
              <a:rPr lang="hu-HU" dirty="0"/>
              <a:t> aritmetika).</a:t>
            </a:r>
          </a:p>
          <a:p>
            <a:endParaRPr lang="hu-HU" dirty="0"/>
          </a:p>
          <a:p>
            <a:r>
              <a:rPr lang="hu-HU" dirty="0"/>
              <a:t>Ha a tömb megtelik, automatikusan dupláz (új, kétszer akkora tömböt hoz létre és átmásolja az elemeket).</a:t>
            </a:r>
          </a:p>
          <a:p>
            <a:endParaRPr lang="hu-HU" dirty="0"/>
          </a:p>
          <a:p>
            <a:r>
              <a:rPr lang="hu-HU" dirty="0"/>
              <a:t>Ezért gyorsabb, mint a </a:t>
            </a:r>
            <a:r>
              <a:rPr lang="hu-HU" dirty="0" err="1"/>
              <a:t>LinkedList</a:t>
            </a:r>
            <a:r>
              <a:rPr lang="hu-HU" dirty="0"/>
              <a:t> — nincs </a:t>
            </a:r>
            <a:r>
              <a:rPr lang="hu-HU" dirty="0" err="1"/>
              <a:t>node</a:t>
            </a:r>
            <a:r>
              <a:rPr lang="hu-HU" dirty="0"/>
              <a:t>-ok közötti pointeres ugrálás, a memóriában egymás mellett vannak az elemek (cache-barát).</a:t>
            </a:r>
          </a:p>
        </p:txBody>
      </p:sp>
    </p:spTree>
    <p:extLst>
      <p:ext uri="{BB962C8B-B14F-4D97-AF65-F5344CB8AC3E}">
        <p14:creationId xmlns:p14="http://schemas.microsoft.com/office/powerpoint/2010/main" val="233594952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642</TotalTime>
  <Words>410</Words>
  <Application>Microsoft Office PowerPoint</Application>
  <PresentationFormat>Szélesvásznú</PresentationFormat>
  <Paragraphs>29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Dimenzió</vt:lpstr>
      <vt:lpstr>Deque</vt:lpstr>
      <vt:lpstr>ArrayDeque</vt:lpstr>
      <vt:lpstr>PowerPoint-bemutató</vt:lpstr>
      <vt:lpstr>Főbb metódusai</vt:lpstr>
      <vt:lpstr>Throws exception / special value</vt:lpstr>
      <vt:lpstr>Főbb metódusai</vt:lpstr>
      <vt:lpstr>ArrayDeque vs LinkedList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Deque</dc:title>
  <dc:creator>Ryzen</dc:creator>
  <cp:lastModifiedBy>Ryzen</cp:lastModifiedBy>
  <cp:revision>5</cp:revision>
  <dcterms:created xsi:type="dcterms:W3CDTF">2026-05-03T15:13:38Z</dcterms:created>
  <dcterms:modified xsi:type="dcterms:W3CDTF">2026-05-09T12:42:54Z</dcterms:modified>
</cp:coreProperties>
</file>