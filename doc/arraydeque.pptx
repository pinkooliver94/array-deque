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9" r:id="rId1"/>
  </p:sldMasterIdLst>
  <p:sldIdLst>
    <p:sldId id="258" r:id="rId2"/>
    <p:sldId id="256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1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8028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6219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6496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3783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4759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819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3675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183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239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4546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25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52690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20339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2979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6444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9756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B0DB5-D797-4282-B608-3C30D79BDA5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2483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5138719-9181-220F-CC7C-BA28CC56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Deque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2648E7-B103-3A90-FB00-081D3790A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Ez egy interfész a Java </a:t>
            </a:r>
            <a:r>
              <a:rPr lang="hu-HU" dirty="0" err="1"/>
              <a:t>Collections</a:t>
            </a:r>
            <a:r>
              <a:rPr lang="hu-HU" dirty="0"/>
              <a:t> Framework-ben</a:t>
            </a:r>
          </a:p>
          <a:p>
            <a:r>
              <a:rPr lang="hu-HU" dirty="0" err="1"/>
              <a:t>Double</a:t>
            </a:r>
            <a:r>
              <a:rPr lang="hu-HU" dirty="0"/>
              <a:t> Ended </a:t>
            </a:r>
            <a:r>
              <a:rPr lang="hu-HU" dirty="0" err="1"/>
              <a:t>que</a:t>
            </a:r>
            <a:r>
              <a:rPr lang="hu-HU" dirty="0"/>
              <a:t>(két végű sor) a jelentése</a:t>
            </a:r>
          </a:p>
          <a:p>
            <a:r>
              <a:rPr lang="hu-HU" dirty="0"/>
              <a:t>Használható </a:t>
            </a:r>
            <a:r>
              <a:rPr lang="hu-HU" dirty="0" err="1"/>
              <a:t>stack</a:t>
            </a:r>
            <a:r>
              <a:rPr lang="hu-HU" dirty="0"/>
              <a:t>-ként(LIFO), és </a:t>
            </a:r>
            <a:r>
              <a:rPr lang="hu-HU" dirty="0" err="1"/>
              <a:t>queue</a:t>
            </a:r>
            <a:r>
              <a:rPr lang="hu-HU" dirty="0"/>
              <a:t>-ként is(FIFO)</a:t>
            </a:r>
          </a:p>
          <a:p>
            <a:r>
              <a:rPr lang="hu-HU" dirty="0"/>
              <a:t>Nem </a:t>
            </a:r>
            <a:r>
              <a:rPr lang="hu-HU" dirty="0" err="1"/>
              <a:t>példányosítható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4744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25937D-39B6-D3EB-5284-8E253C5B5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ArrayDeque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31C2361-D4DA-A015-0883-E0441A5C1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Ez egy konkrét osztály, amely megvalósítja, implementálja a </a:t>
            </a:r>
            <a:r>
              <a:rPr lang="hu-HU" dirty="0" err="1"/>
              <a:t>Deque</a:t>
            </a:r>
            <a:r>
              <a:rPr lang="hu-HU" dirty="0"/>
              <a:t> interfészt</a:t>
            </a:r>
          </a:p>
          <a:p>
            <a:r>
              <a:rPr lang="hu-HU" dirty="0"/>
              <a:t>Tömb(</a:t>
            </a:r>
            <a:r>
              <a:rPr lang="hu-HU" dirty="0" err="1"/>
              <a:t>array</a:t>
            </a:r>
            <a:r>
              <a:rPr lang="hu-HU" dirty="0"/>
              <a:t>) alapú</a:t>
            </a:r>
          </a:p>
          <a:p>
            <a:r>
              <a:rPr lang="hu-HU" dirty="0"/>
              <a:t>Gyorsabb mint a </a:t>
            </a:r>
            <a:r>
              <a:rPr lang="hu-HU" dirty="0" err="1"/>
              <a:t>Stack</a:t>
            </a:r>
            <a:r>
              <a:rPr lang="hu-HU" dirty="0"/>
              <a:t>, és </a:t>
            </a:r>
            <a:r>
              <a:rPr lang="hu-HU" dirty="0" err="1"/>
              <a:t>LinkedList</a:t>
            </a:r>
            <a:endParaRPr lang="hu-HU" dirty="0"/>
          </a:p>
          <a:p>
            <a:r>
              <a:rPr lang="hu-HU" dirty="0"/>
              <a:t>Nem enged null elemeket</a:t>
            </a:r>
          </a:p>
          <a:p>
            <a:r>
              <a:rPr lang="hu-HU" dirty="0"/>
              <a:t>Gyakorlatilag egy méretezhető tömb, aminek az elejéről, és a végéről is tudunk hatékonyan elemeket eltávolítani, vagy hozzáadni </a:t>
            </a:r>
          </a:p>
          <a:p>
            <a:r>
              <a:rPr lang="hu-HU" dirty="0"/>
              <a:t>Nem szálbiztos</a:t>
            </a:r>
          </a:p>
        </p:txBody>
      </p:sp>
    </p:spTree>
    <p:extLst>
      <p:ext uri="{BB962C8B-B14F-4D97-AF65-F5344CB8AC3E}">
        <p14:creationId xmlns:p14="http://schemas.microsoft.com/office/powerpoint/2010/main" val="1471088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336C12FA-4CDA-2345-871B-28120DD36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465" y="500742"/>
            <a:ext cx="7866818" cy="526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695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F6EFB7-7254-5A77-50FB-13DFFBCE9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metódusai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271BFA-B35C-803E-85B0-D0CF4BAB9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933278"/>
            <a:ext cx="8658497" cy="229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81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2C1631-BEF3-8E7F-B533-4E8C2455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metódusai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169285-EF1D-764F-DA5A-D5907A034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40211"/>
          </a:xfrm>
        </p:spPr>
        <p:txBody>
          <a:bodyPr>
            <a:normAutofit fontScale="85000" lnSpcReduction="20000"/>
          </a:bodyPr>
          <a:lstStyle/>
          <a:p>
            <a:r>
              <a:rPr lang="hu-HU" dirty="0" err="1"/>
              <a:t>Throws</a:t>
            </a:r>
            <a:r>
              <a:rPr lang="hu-HU" dirty="0"/>
              <a:t> </a:t>
            </a:r>
            <a:r>
              <a:rPr lang="hu-HU" dirty="0" err="1"/>
              <a:t>exception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addFirst</a:t>
            </a:r>
            <a:r>
              <a:rPr lang="hu-HU" dirty="0"/>
              <a:t>() – hozzá ad az elejéhez egy elemet(fontos, hogy dinamikus az alap implementáció, csak a memória szab határt a </a:t>
            </a:r>
            <a:r>
              <a:rPr lang="hu-HU" dirty="0" err="1"/>
              <a:t>exceptionig</a:t>
            </a:r>
            <a:r>
              <a:rPr lang="hu-HU" dirty="0"/>
              <a:t>, kivéve ha magunk implementáltunk egy maximum méretű verziót)</a:t>
            </a:r>
            <a:br>
              <a:rPr lang="hu-HU" dirty="0"/>
            </a:br>
            <a:r>
              <a:rPr lang="hu-HU" dirty="0" err="1"/>
              <a:t>addLast</a:t>
            </a:r>
            <a:r>
              <a:rPr lang="hu-HU" dirty="0"/>
              <a:t>() – hozzá ad a végéhez egy elemet</a:t>
            </a:r>
            <a:br>
              <a:rPr lang="hu-HU" dirty="0"/>
            </a:br>
            <a:r>
              <a:rPr lang="hu-HU" dirty="0" err="1"/>
              <a:t>removeFirst</a:t>
            </a:r>
            <a:r>
              <a:rPr lang="hu-HU" dirty="0"/>
              <a:t>() – eltávolítja a tetején lévő elemet</a:t>
            </a:r>
            <a:br>
              <a:rPr lang="hu-HU" dirty="0"/>
            </a:br>
            <a:r>
              <a:rPr lang="hu-HU" dirty="0" err="1"/>
              <a:t>removeLast</a:t>
            </a:r>
            <a:r>
              <a:rPr lang="hu-HU" dirty="0"/>
              <a:t>() – eltávolítja az alján lévő elemet</a:t>
            </a:r>
            <a:br>
              <a:rPr lang="hu-HU" dirty="0"/>
            </a:br>
            <a:r>
              <a:rPr lang="hu-HU" dirty="0" err="1"/>
              <a:t>getFirst</a:t>
            </a:r>
            <a:r>
              <a:rPr lang="hu-HU" dirty="0"/>
              <a:t>() – kiolvassa az első elemet</a:t>
            </a:r>
            <a:br>
              <a:rPr lang="hu-HU" dirty="0"/>
            </a:br>
            <a:r>
              <a:rPr lang="hu-HU" dirty="0" err="1"/>
              <a:t>getLast</a:t>
            </a:r>
            <a:r>
              <a:rPr lang="hu-HU" dirty="0"/>
              <a:t>() – kiolvassa az alján lévő elemet</a:t>
            </a:r>
          </a:p>
          <a:p>
            <a:r>
              <a:rPr lang="hu-HU" dirty="0"/>
              <a:t>Speciális visszatérési érték – ezek nem dobnak </a:t>
            </a:r>
            <a:r>
              <a:rPr lang="hu-HU" dirty="0" err="1"/>
              <a:t>exceptiont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offerFirst</a:t>
            </a:r>
            <a:r>
              <a:rPr lang="hu-HU" dirty="0"/>
              <a:t>() – megpróbál hozzáadni az elejéhez egy elemet</a:t>
            </a:r>
            <a:br>
              <a:rPr lang="hu-HU" dirty="0"/>
            </a:br>
            <a:r>
              <a:rPr lang="hu-HU" dirty="0" err="1"/>
              <a:t>offerLast</a:t>
            </a:r>
            <a:r>
              <a:rPr lang="hu-HU" dirty="0"/>
              <a:t>() – megpróbál a végéhez hozzáadni egy elemet</a:t>
            </a:r>
            <a:br>
              <a:rPr lang="hu-HU" dirty="0"/>
            </a:br>
            <a:r>
              <a:rPr lang="hu-HU" dirty="0" err="1"/>
              <a:t>pollFirst</a:t>
            </a:r>
            <a:r>
              <a:rPr lang="hu-HU" dirty="0"/>
              <a:t>() – megpróbálja eltávolítani az elején lévő elemet</a:t>
            </a:r>
            <a:br>
              <a:rPr lang="hu-HU" dirty="0"/>
            </a:br>
            <a:r>
              <a:rPr lang="hu-HU" dirty="0" err="1"/>
              <a:t>pollLast</a:t>
            </a:r>
            <a:r>
              <a:rPr lang="hu-HU" dirty="0"/>
              <a:t>() – megpróbálja eltávolítani az alján lévő elemet</a:t>
            </a:r>
            <a:br>
              <a:rPr lang="hu-HU" dirty="0"/>
            </a:br>
            <a:r>
              <a:rPr lang="hu-HU" dirty="0" err="1"/>
              <a:t>peekFirst</a:t>
            </a:r>
            <a:r>
              <a:rPr lang="hu-HU" dirty="0"/>
              <a:t>() – megpróbálja kiolvasni az első elemet</a:t>
            </a:r>
            <a:br>
              <a:rPr lang="hu-HU" dirty="0"/>
            </a:br>
            <a:r>
              <a:rPr lang="hu-HU" dirty="0" err="1"/>
              <a:t>peekLast</a:t>
            </a:r>
            <a:r>
              <a:rPr lang="hu-HU" dirty="0"/>
              <a:t>() – megpróbálja kiolvasni az alján lévő elemet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remove</a:t>
            </a:r>
            <a:r>
              <a:rPr lang="hu-HU" dirty="0"/>
              <a:t>/</a:t>
            </a:r>
            <a:r>
              <a:rPr lang="hu-HU" dirty="0" err="1"/>
              <a:t>poll</a:t>
            </a:r>
            <a:r>
              <a:rPr lang="hu-HU" dirty="0"/>
              <a:t> – </a:t>
            </a:r>
            <a:r>
              <a:rPr lang="hu-HU" dirty="0" err="1"/>
              <a:t>get</a:t>
            </a:r>
            <a:r>
              <a:rPr lang="hu-HU" dirty="0"/>
              <a:t>/</a:t>
            </a:r>
            <a:r>
              <a:rPr lang="hu-HU" dirty="0" err="1"/>
              <a:t>peek</a:t>
            </a:r>
            <a:r>
              <a:rPr lang="hu-HU" dirty="0"/>
              <a:t> között az a különbség, hogy az előbbi eltávolítja az elemet,</a:t>
            </a:r>
            <a:br>
              <a:rPr lang="hu-HU" dirty="0"/>
            </a:br>
            <a:r>
              <a:rPr lang="hu-HU" dirty="0"/>
              <a:t>az utóbbi csak megnézi, vissza adja az adott elemet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5760558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296</TotalTime>
  <Words>269</Words>
  <Application>Microsoft Office PowerPoint</Application>
  <PresentationFormat>Szélesvásznú</PresentationFormat>
  <Paragraphs>18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Dimenzió</vt:lpstr>
      <vt:lpstr>Deque</vt:lpstr>
      <vt:lpstr>ArrayDeque</vt:lpstr>
      <vt:lpstr>PowerPoint-bemutató</vt:lpstr>
      <vt:lpstr>Főbb metódusai</vt:lpstr>
      <vt:lpstr>Főbb metódusai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Deque</dc:title>
  <dc:creator>Ryzen</dc:creator>
  <cp:lastModifiedBy>Ryzen</cp:lastModifiedBy>
  <cp:revision>2</cp:revision>
  <dcterms:created xsi:type="dcterms:W3CDTF">2026-05-03T15:13:38Z</dcterms:created>
  <dcterms:modified xsi:type="dcterms:W3CDTF">2026-05-04T18:49:02Z</dcterms:modified>
</cp:coreProperties>
</file>