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9" r:id="rId1"/>
  </p:sldMasterIdLst>
  <p:sldIdLst>
    <p:sldId id="258" r:id="rId2"/>
    <p:sldId id="256" r:id="rId3"/>
    <p:sldId id="257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319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96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B0DB5-D797-4282-B608-3C30D79BDA58}" type="datetimeFigureOut">
              <a:rPr lang="hu-HU" smtClean="0"/>
              <a:t>2026. 05. 06.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F9714-3B17-46B4-BD02-BC636D83A9D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880281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B0DB5-D797-4282-B608-3C30D79BDA58}" type="datetimeFigureOut">
              <a:rPr lang="hu-HU" smtClean="0"/>
              <a:t>2026. 05. 06.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F9714-3B17-46B4-BD02-BC636D83A9D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062193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B0DB5-D797-4282-B608-3C30D79BDA58}" type="datetimeFigureOut">
              <a:rPr lang="hu-HU" smtClean="0"/>
              <a:t>2026. 05. 06.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F9714-3B17-46B4-BD02-BC636D83A9D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464968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B0DB5-D797-4282-B608-3C30D79BDA58}" type="datetimeFigureOut">
              <a:rPr lang="hu-HU" smtClean="0"/>
              <a:t>2026. 05. 06.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F9714-3B17-46B4-BD02-BC636D83A9D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637831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B0DB5-D797-4282-B608-3C30D79BDA58}" type="datetimeFigureOut">
              <a:rPr lang="hu-HU" smtClean="0"/>
              <a:t>2026. 05. 06.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F9714-3B17-46B4-BD02-BC636D83A9D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947597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B0DB5-D797-4282-B608-3C30D79BDA58}" type="datetimeFigureOut">
              <a:rPr lang="hu-HU" smtClean="0"/>
              <a:t>2026. 05. 06.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F9714-3B17-46B4-BD02-BC636D83A9D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281960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B0DB5-D797-4282-B608-3C30D79BDA58}" type="datetimeFigureOut">
              <a:rPr lang="hu-HU" smtClean="0"/>
              <a:t>2026. 05. 06.</a:t>
            </a:fld>
            <a:endParaRPr lang="hu-H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F9714-3B17-46B4-BD02-BC636D83A9D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436759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B0DB5-D797-4282-B608-3C30D79BDA58}" type="datetimeFigureOut">
              <a:rPr lang="hu-HU" smtClean="0"/>
              <a:t>2026. 05. 06.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F9714-3B17-46B4-BD02-BC636D83A9D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721830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B0DB5-D797-4282-B608-3C30D79BDA58}" type="datetimeFigureOut">
              <a:rPr lang="hu-HU" smtClean="0"/>
              <a:t>2026. 05. 06.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F9714-3B17-46B4-BD02-BC636D83A9D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823907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B0DB5-D797-4282-B608-3C30D79BDA58}" type="datetimeFigureOut">
              <a:rPr lang="hu-HU" smtClean="0"/>
              <a:t>2026. 05. 06.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F9714-3B17-46B4-BD02-BC636D83A9D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545466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B0DB5-D797-4282-B608-3C30D79BDA58}" type="datetimeFigureOut">
              <a:rPr lang="hu-HU" smtClean="0"/>
              <a:t>2026. 05. 06.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F9714-3B17-46B4-BD02-BC636D83A9D4}" type="slidenum">
              <a:rPr lang="hu-HU" smtClean="0"/>
              <a:t>‹#›</a:t>
            </a:fld>
            <a:endParaRPr lang="hu-HU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925290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B0DB5-D797-4282-B608-3C30D79BDA58}" type="datetimeFigureOut">
              <a:rPr lang="hu-HU" smtClean="0"/>
              <a:t>2026. 05. 06.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F9714-3B17-46B4-BD02-BC636D83A9D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3526908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 idézet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B0DB5-D797-4282-B608-3C30D79BDA58}" type="datetimeFigureOut">
              <a:rPr lang="hu-HU" smtClean="0"/>
              <a:t>2026. 05. 06.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F9714-3B17-46B4-BD02-BC636D83A9D4}" type="slidenum">
              <a:rPr lang="hu-HU" smtClean="0"/>
              <a:t>‹#›</a:t>
            </a:fld>
            <a:endParaRPr lang="hu-HU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203395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gaz vagy ham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B0DB5-D797-4282-B608-3C30D79BDA58}" type="datetimeFigureOut">
              <a:rPr lang="hu-HU" smtClean="0"/>
              <a:t>2026. 05. 06.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F9714-3B17-46B4-BD02-BC636D83A9D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629790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B0DB5-D797-4282-B608-3C30D79BDA58}" type="datetimeFigureOut">
              <a:rPr lang="hu-HU" smtClean="0"/>
              <a:t>2026. 05. 06.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F9714-3B17-46B4-BD02-BC636D83A9D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1644445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B0DB5-D797-4282-B608-3C30D79BDA58}" type="datetimeFigureOut">
              <a:rPr lang="hu-HU" smtClean="0"/>
              <a:t>2026. 05. 06.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F9714-3B17-46B4-BD02-BC636D83A9D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897565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EB0DB5-D797-4282-B608-3C30D79BDA58}" type="datetimeFigureOut">
              <a:rPr lang="hu-HU" smtClean="0"/>
              <a:t>2026. 05. 06.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F38F9714-3B17-46B4-BD02-BC636D83A9D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824837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0" r:id="rId1"/>
    <p:sldLayoutId id="2147483721" r:id="rId2"/>
    <p:sldLayoutId id="2147483722" r:id="rId3"/>
    <p:sldLayoutId id="2147483723" r:id="rId4"/>
    <p:sldLayoutId id="2147483724" r:id="rId5"/>
    <p:sldLayoutId id="2147483725" r:id="rId6"/>
    <p:sldLayoutId id="2147483726" r:id="rId7"/>
    <p:sldLayoutId id="2147483727" r:id="rId8"/>
    <p:sldLayoutId id="2147483728" r:id="rId9"/>
    <p:sldLayoutId id="2147483729" r:id="rId10"/>
    <p:sldLayoutId id="2147483730" r:id="rId11"/>
    <p:sldLayoutId id="2147483731" r:id="rId12"/>
    <p:sldLayoutId id="2147483732" r:id="rId13"/>
    <p:sldLayoutId id="2147483733" r:id="rId14"/>
    <p:sldLayoutId id="2147483734" r:id="rId15"/>
    <p:sldLayoutId id="2147483735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5138719-9181-220F-CC7C-BA28CC56E8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Deque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92648E7-B103-3A90-FB00-081D3790A5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Ez egy interfész a Java </a:t>
            </a:r>
            <a:r>
              <a:rPr lang="hu-HU" dirty="0" err="1"/>
              <a:t>Collections</a:t>
            </a:r>
            <a:r>
              <a:rPr lang="hu-HU" dirty="0"/>
              <a:t> Framework-ben</a:t>
            </a:r>
          </a:p>
          <a:p>
            <a:r>
              <a:rPr lang="hu-HU" dirty="0" err="1"/>
              <a:t>Double</a:t>
            </a:r>
            <a:r>
              <a:rPr lang="hu-HU" dirty="0"/>
              <a:t> Ended </a:t>
            </a:r>
            <a:r>
              <a:rPr lang="hu-HU" dirty="0" err="1"/>
              <a:t>queue</a:t>
            </a:r>
            <a:r>
              <a:rPr lang="hu-HU" dirty="0"/>
              <a:t>(két végű sor) a jelentése</a:t>
            </a:r>
          </a:p>
          <a:p>
            <a:r>
              <a:rPr lang="hu-HU" dirty="0"/>
              <a:t>Használható </a:t>
            </a:r>
            <a:r>
              <a:rPr lang="hu-HU" dirty="0" err="1"/>
              <a:t>stack</a:t>
            </a:r>
            <a:r>
              <a:rPr lang="hu-HU" dirty="0"/>
              <a:t>-ként(LIFO), és </a:t>
            </a:r>
            <a:r>
              <a:rPr lang="hu-HU" dirty="0" err="1"/>
              <a:t>queue</a:t>
            </a:r>
            <a:r>
              <a:rPr lang="hu-HU" dirty="0"/>
              <a:t>-ként is(FIFO)</a:t>
            </a:r>
          </a:p>
          <a:p>
            <a:r>
              <a:rPr lang="hu-HU" dirty="0"/>
              <a:t>Nem </a:t>
            </a:r>
            <a:r>
              <a:rPr lang="hu-HU" dirty="0" err="1"/>
              <a:t>példányosítható</a:t>
            </a:r>
            <a:endParaRPr lang="hu-HU" dirty="0"/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6447442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B25937D-39B6-D3EB-5284-8E253C5B51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ArrayDeque</a:t>
            </a:r>
            <a:endParaRPr lang="hu-HU" dirty="0"/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D31C2361-D4DA-A015-0883-E0441A5C11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Ez egy konkrét osztály, amely megvalósítja, implementálja a </a:t>
            </a:r>
            <a:r>
              <a:rPr lang="hu-HU" dirty="0" err="1"/>
              <a:t>Deque</a:t>
            </a:r>
            <a:r>
              <a:rPr lang="hu-HU" dirty="0"/>
              <a:t> interfészt</a:t>
            </a:r>
          </a:p>
          <a:p>
            <a:r>
              <a:rPr lang="hu-HU" dirty="0"/>
              <a:t>Tömb(</a:t>
            </a:r>
            <a:r>
              <a:rPr lang="hu-HU" dirty="0" err="1"/>
              <a:t>array</a:t>
            </a:r>
            <a:r>
              <a:rPr lang="hu-HU" dirty="0"/>
              <a:t>) alapú</a:t>
            </a:r>
          </a:p>
          <a:p>
            <a:r>
              <a:rPr lang="hu-HU" dirty="0"/>
              <a:t>Gyorsabb mint a </a:t>
            </a:r>
            <a:r>
              <a:rPr lang="hu-HU" dirty="0" err="1"/>
              <a:t>Stack</a:t>
            </a:r>
            <a:r>
              <a:rPr lang="hu-HU" dirty="0"/>
              <a:t>, és </a:t>
            </a:r>
            <a:r>
              <a:rPr lang="hu-HU" dirty="0" err="1"/>
              <a:t>LinkedList</a:t>
            </a:r>
            <a:endParaRPr lang="hu-HU" dirty="0"/>
          </a:p>
          <a:p>
            <a:r>
              <a:rPr lang="hu-HU" dirty="0"/>
              <a:t>Nem enged null elemeket</a:t>
            </a:r>
          </a:p>
          <a:p>
            <a:r>
              <a:rPr lang="hu-HU" dirty="0"/>
              <a:t>Gyakorlatilag egy méretezhető tömb, aminek az elejéről, és a végéről is tudunk hatékonyan elemeket eltávolítani, vagy hozzáadni </a:t>
            </a:r>
          </a:p>
          <a:p>
            <a:r>
              <a:rPr lang="hu-HU" dirty="0"/>
              <a:t>Nem szálbiztos</a:t>
            </a:r>
          </a:p>
        </p:txBody>
      </p:sp>
    </p:spTree>
    <p:extLst>
      <p:ext uri="{BB962C8B-B14F-4D97-AF65-F5344CB8AC3E}">
        <p14:creationId xmlns:p14="http://schemas.microsoft.com/office/powerpoint/2010/main" val="14710882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336C12FA-4CDA-2345-871B-28120DD361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5465" y="500742"/>
            <a:ext cx="7866818" cy="52605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66954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5F6EFB7-7254-5A77-50FB-13DFFBCE97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Főbb metódusai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86271BFA-B35C-803E-85B0-D0CF4BAB97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7334" y="1933278"/>
            <a:ext cx="8658497" cy="2299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41811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12C1631-BEF3-8E7F-B533-4E8C24552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Főbb metódusai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C169285-EF1D-764F-DA5A-D5907A034D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8596668" cy="4240211"/>
          </a:xfrm>
        </p:spPr>
        <p:txBody>
          <a:bodyPr>
            <a:normAutofit fontScale="85000" lnSpcReduction="20000"/>
          </a:bodyPr>
          <a:lstStyle/>
          <a:p>
            <a:r>
              <a:rPr lang="hu-HU" dirty="0" err="1"/>
              <a:t>Throws</a:t>
            </a:r>
            <a:r>
              <a:rPr lang="hu-HU" dirty="0"/>
              <a:t> </a:t>
            </a:r>
            <a:r>
              <a:rPr lang="hu-HU" dirty="0" err="1"/>
              <a:t>exception</a:t>
            </a:r>
            <a:r>
              <a:rPr lang="hu-HU" dirty="0"/>
              <a:t>:</a:t>
            </a:r>
            <a:br>
              <a:rPr lang="hu-HU" dirty="0"/>
            </a:br>
            <a:r>
              <a:rPr lang="hu-HU" dirty="0" err="1"/>
              <a:t>addFirst</a:t>
            </a:r>
            <a:r>
              <a:rPr lang="hu-HU" dirty="0"/>
              <a:t>() – hozzá ad az elejéhez egy elemet(fontos, hogy dinamikus az alap implementáció, csak a memória szab határt a </a:t>
            </a:r>
            <a:r>
              <a:rPr lang="hu-HU" dirty="0" err="1"/>
              <a:t>exceptionig</a:t>
            </a:r>
            <a:r>
              <a:rPr lang="hu-HU" dirty="0"/>
              <a:t>, kivéve ha magunk implementáltunk egy maximum méretű verziót)</a:t>
            </a:r>
            <a:br>
              <a:rPr lang="hu-HU" dirty="0"/>
            </a:br>
            <a:r>
              <a:rPr lang="hu-HU" dirty="0" err="1"/>
              <a:t>addLast</a:t>
            </a:r>
            <a:r>
              <a:rPr lang="hu-HU" dirty="0"/>
              <a:t>() – hozzá ad a végéhez egy elemet</a:t>
            </a:r>
            <a:br>
              <a:rPr lang="hu-HU" dirty="0"/>
            </a:br>
            <a:r>
              <a:rPr lang="hu-HU" dirty="0" err="1"/>
              <a:t>removeFirst</a:t>
            </a:r>
            <a:r>
              <a:rPr lang="hu-HU" dirty="0"/>
              <a:t>() – eltávolítja a tetején lévő elemet</a:t>
            </a:r>
            <a:br>
              <a:rPr lang="hu-HU" dirty="0"/>
            </a:br>
            <a:r>
              <a:rPr lang="hu-HU" dirty="0" err="1"/>
              <a:t>removeLast</a:t>
            </a:r>
            <a:r>
              <a:rPr lang="hu-HU" dirty="0"/>
              <a:t>() – eltávolítja az alján lévő elemet</a:t>
            </a:r>
            <a:br>
              <a:rPr lang="hu-HU" dirty="0"/>
            </a:br>
            <a:r>
              <a:rPr lang="hu-HU" dirty="0" err="1"/>
              <a:t>getFirst</a:t>
            </a:r>
            <a:r>
              <a:rPr lang="hu-HU" dirty="0"/>
              <a:t>() – kiolvassa az első elemet</a:t>
            </a:r>
            <a:br>
              <a:rPr lang="hu-HU" dirty="0"/>
            </a:br>
            <a:r>
              <a:rPr lang="hu-HU" dirty="0" err="1"/>
              <a:t>getLast</a:t>
            </a:r>
            <a:r>
              <a:rPr lang="hu-HU" dirty="0"/>
              <a:t>() – kiolvassa az alján lévő elemet</a:t>
            </a:r>
          </a:p>
          <a:p>
            <a:r>
              <a:rPr lang="hu-HU" dirty="0"/>
              <a:t>Speciális visszatérési érték – ezek nem dobnak </a:t>
            </a:r>
            <a:r>
              <a:rPr lang="hu-HU" dirty="0" err="1"/>
              <a:t>exceptiont</a:t>
            </a:r>
            <a:r>
              <a:rPr lang="hu-HU" dirty="0"/>
              <a:t>:</a:t>
            </a:r>
            <a:br>
              <a:rPr lang="hu-HU" dirty="0"/>
            </a:br>
            <a:r>
              <a:rPr lang="hu-HU" dirty="0" err="1"/>
              <a:t>offerFirst</a:t>
            </a:r>
            <a:r>
              <a:rPr lang="hu-HU" dirty="0"/>
              <a:t>() – megpróbál hozzáadni az elejéhez egy elemet</a:t>
            </a:r>
            <a:br>
              <a:rPr lang="hu-HU" dirty="0"/>
            </a:br>
            <a:r>
              <a:rPr lang="hu-HU" dirty="0" err="1"/>
              <a:t>offerLast</a:t>
            </a:r>
            <a:r>
              <a:rPr lang="hu-HU" dirty="0"/>
              <a:t>() – megpróbál a végéhez hozzáadni egy elemet</a:t>
            </a:r>
            <a:br>
              <a:rPr lang="hu-HU" dirty="0"/>
            </a:br>
            <a:r>
              <a:rPr lang="hu-HU" dirty="0" err="1"/>
              <a:t>pollFirst</a:t>
            </a:r>
            <a:r>
              <a:rPr lang="hu-HU" dirty="0"/>
              <a:t>() – megpróbálja eltávolítani az elején lévő elemet</a:t>
            </a:r>
            <a:br>
              <a:rPr lang="hu-HU" dirty="0"/>
            </a:br>
            <a:r>
              <a:rPr lang="hu-HU" dirty="0" err="1"/>
              <a:t>pollLast</a:t>
            </a:r>
            <a:r>
              <a:rPr lang="hu-HU" dirty="0"/>
              <a:t>() – megpróbálja eltávolítani az alján lévő elemet</a:t>
            </a:r>
            <a:br>
              <a:rPr lang="hu-HU" dirty="0"/>
            </a:br>
            <a:r>
              <a:rPr lang="hu-HU" dirty="0" err="1"/>
              <a:t>peekFirst</a:t>
            </a:r>
            <a:r>
              <a:rPr lang="hu-HU" dirty="0"/>
              <a:t>() – megpróbálja kiolvasni az első elemet</a:t>
            </a:r>
            <a:br>
              <a:rPr lang="hu-HU" dirty="0"/>
            </a:br>
            <a:r>
              <a:rPr lang="hu-HU" dirty="0" err="1"/>
              <a:t>peekLast</a:t>
            </a:r>
            <a:r>
              <a:rPr lang="hu-HU" dirty="0"/>
              <a:t>() – megpróbálja kiolvasni az alján lévő elemet</a:t>
            </a:r>
          </a:p>
          <a:p>
            <a:endParaRPr lang="hu-HU" dirty="0"/>
          </a:p>
          <a:p>
            <a:r>
              <a:rPr lang="hu-HU" dirty="0"/>
              <a:t>A </a:t>
            </a:r>
            <a:r>
              <a:rPr lang="hu-HU" dirty="0" err="1"/>
              <a:t>remove</a:t>
            </a:r>
            <a:r>
              <a:rPr lang="hu-HU" dirty="0"/>
              <a:t>/</a:t>
            </a:r>
            <a:r>
              <a:rPr lang="hu-HU" dirty="0" err="1"/>
              <a:t>poll</a:t>
            </a:r>
            <a:r>
              <a:rPr lang="hu-HU" dirty="0"/>
              <a:t> – </a:t>
            </a:r>
            <a:r>
              <a:rPr lang="hu-HU" dirty="0" err="1"/>
              <a:t>get</a:t>
            </a:r>
            <a:r>
              <a:rPr lang="hu-HU" dirty="0"/>
              <a:t>/</a:t>
            </a:r>
            <a:r>
              <a:rPr lang="hu-HU" dirty="0" err="1"/>
              <a:t>peek</a:t>
            </a:r>
            <a:r>
              <a:rPr lang="hu-HU" dirty="0"/>
              <a:t> között az a különbség, hogy az előbbi eltávolítja az elemet,</a:t>
            </a:r>
            <a:br>
              <a:rPr lang="hu-HU" dirty="0"/>
            </a:br>
            <a:r>
              <a:rPr lang="hu-HU" dirty="0"/>
              <a:t>az utóbbi csak megnézi, vissza adja az adott elemet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4205760558"/>
      </p:ext>
    </p:extLst>
  </p:cSld>
  <p:clrMapOvr>
    <a:masterClrMapping/>
  </p:clrMapOvr>
</p:sld>
</file>

<file path=ppt/theme/theme1.xml><?xml version="1.0" encoding="utf-8"?>
<a:theme xmlns:a="http://schemas.openxmlformats.org/drawingml/2006/main" name="Dimenzió">
  <a:themeElements>
    <a:clrScheme name="Dimenzió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Dimenzió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imenzió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296</TotalTime>
  <Words>269</Words>
  <Application>Microsoft Office PowerPoint</Application>
  <PresentationFormat>Szélesvásznú</PresentationFormat>
  <Paragraphs>18</Paragraphs>
  <Slides>5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5</vt:i4>
      </vt:variant>
    </vt:vector>
  </HeadingPairs>
  <TitlesOfParts>
    <vt:vector size="9" baseType="lpstr">
      <vt:lpstr>Arial</vt:lpstr>
      <vt:lpstr>Trebuchet MS</vt:lpstr>
      <vt:lpstr>Wingdings 3</vt:lpstr>
      <vt:lpstr>Dimenzió</vt:lpstr>
      <vt:lpstr>Deque</vt:lpstr>
      <vt:lpstr>ArrayDeque</vt:lpstr>
      <vt:lpstr>PowerPoint-bemutató</vt:lpstr>
      <vt:lpstr>Főbb metódusai</vt:lpstr>
      <vt:lpstr>Főbb metódusai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Deque</dc:title>
  <dc:creator>Ryzen</dc:creator>
  <cp:lastModifiedBy>Ryzen</cp:lastModifiedBy>
  <cp:revision>3</cp:revision>
  <dcterms:created xsi:type="dcterms:W3CDTF">2026-05-03T15:13:38Z</dcterms:created>
  <dcterms:modified xsi:type="dcterms:W3CDTF">2026-05-06T16:09:26Z</dcterms:modified>
</cp:coreProperties>
</file>